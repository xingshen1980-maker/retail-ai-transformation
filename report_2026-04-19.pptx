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77724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02336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FFDA00">
              <a:alpha val="12000"/>
            </a:srgbClr>
          </a:solidFill>
          <a:ln w="12700">
            <a:solidFill>
              <a:srgbClr val="FFDA0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STRATEGIC INTELLIGENCE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Retail AI Transformation Weekly Intelligence Report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Intelligence 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2011680" cy="36576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33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19, 2026  |  Week of April 13–19,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Executive Leadership  ·  Internal Strategic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Core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73152" cy="14173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914400"/>
            <a:ext cx="7818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AI has decisively shifted from experimentation to scaled execution: Walmart completes the largest in-store digital pricing infrastructure deployment in retail history; Amazon advances AI-orchestrated physical-digital superstores; Sephora embeds brand expertise inside conversational AI; and JD.com and Alibaba extend their AI rivalry into healthcare — signaling that AI infrastructure, not price or assortment, is now the primary competitive battleground in global retail for 2026.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Covered This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Walmart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Sephora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11696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JD.com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112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Alibaba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3511296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35112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Dollar General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Benchmark Enterprise Updates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strategic importance  ·  Week of April 13–19,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25196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78992"/>
            <a:ext cx="50292" cy="138988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704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Walmart  USA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4904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rollout to all 4,600+ stores by year-end; AI training for 1.6M associates via OpenAI/Walmart Academy; Sparky agent + Gemini integration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9933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75% reduction in associate pricing task time; ~€1B VusionGroup contract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28032" y="1078992"/>
            <a:ext cx="425196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078992"/>
            <a:ext cx="50292" cy="138988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11704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 USA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2624" y="14904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Kobe: 225,000 sq ft AI-robotics superstores; Frida AI inventory assistant; Rufus 'Auto Buy' agentic commerce; $200B AI spend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92624" y="19933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Rufus: 60% higher purchase rate, $10B+ incremental annual sales; 3% vs Walmart's 21% grocery share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425196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15184"/>
            <a:ext cx="50292" cy="138988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7066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Sephora  France/Global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0266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app launch (Mar 2026): personalized beauty discovery, Beauty Insider integration, checkout planned; AI demand forecasting + digital twin supply chain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35295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UK expanding to 20 stores 2026; OpenAI exploring broader global collaboration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28032" y="2615184"/>
            <a:ext cx="425196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615184"/>
            <a:ext cx="50292" cy="138988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7066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JD.com  China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92624" y="30266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Health 'AI + Medical Devices' strategy (Apr 9): JoyInside into 1M devices; JoyAI engine 3,000 tokens/sec — ranked 2nd globally; digital human platform 4.0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92624" y="35295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streaming costs cut 90%; 13 consecutive quarters of gross margin expansion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151376"/>
            <a:ext cx="425196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51376"/>
            <a:ext cx="50292" cy="138988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2428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Alibaba  China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" y="456285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 380B three-year AI transformation; Hydrogen Ion AI doctor tool; Tongyi Qianwen targeting 'Android of AI'; AI healthcare rivalry vs JD and Meituan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50657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Stock +94.4% YTD on AI enthusiasm; 700+ gen-AI products filed in China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28032" y="4151376"/>
            <a:ext cx="425196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4151376"/>
            <a:ext cx="50292" cy="138988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42428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Dollar General  USA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92624" y="456285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in-store audio across ~6,000 stores (partnership: QSIC); expands to 12,000 stores with AI audio by Q2 2026 across 48 states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92624" y="50657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Doubles existing audio footprint; accountable data-driven advertising for brand partners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In-Depth Case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8321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41248"/>
            <a:ext cx="54864" cy="12984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32688"/>
            <a:ext cx="384048" cy="38404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9326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Walmart DSL Rollout — In-Store Digitalization at Hyperscale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316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4,600+ U.S. stores by year-end; ~€1B VusionGroup contract; 75% associate time savings on pricing tasks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316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VusionEdge e-ink labels + VusionCloud SaaS; Pick-to-light &amp; Stock-to-light LED fulfillment; closed system, no customer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16824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Eliminates pricing discrepancies, frees labor for customer service; legislative risk requires proactive trust communications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304288"/>
            <a:ext cx="8321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04288"/>
            <a:ext cx="54864" cy="12984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2395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Project Kobe — AI-Orchestrated Physical-Digital Retail Fusion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779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225,000 sq ft superstores embedding AutoStore robotics + AI assistant 'Frida'; ~250,000 SKUs — 2x typical Walmart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AutoStore grid robotics; Frida AI category manager; Orbital multi-temp system (2 years out); single-building in-store + delivery fulfillment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31455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Targets Walmart's 21% U.S. grocery share from Amazon's 3%; 12% higher fulfillment cost signals long-horizon bet; ROI discipline required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767328"/>
            <a:ext cx="8321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767328"/>
            <a:ext cx="54864" cy="12984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858768"/>
            <a:ext cx="384048" cy="38404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4128" y="38587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Sephora × OpenAI — Agentic Commerce and the New Discovery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2428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ChatGPT app (Mar 2026): personalized beauty advice, Beauty Insider integration; checkout to follow; Shoptalk Spring keynote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4242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Natural-language product discovery via ChatGPT; loyalty data integration for personalization; new retail media layer via sponsored AI experiences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" y="460857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Brand authority embedded at moment of intent; AI demand forecasting integrates social/influencer signals; competitors (Glossier, Target) already launched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53035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92024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Recommendations for IKEA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731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this week's developments  ·  Immediately actionable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0700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Enter AI Shopping Agent Channels 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572768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ChatGPT or Google Gemini integration for high-frequency categories (storage, lighting, textiles). Ensure product catalog has clean taxonomy, standardized attributes, and real-time inventory APIs for AI readability.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8032" y="1115568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115568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20700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Evaluate Digital Shelf Labels Across Stores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92624" y="1572768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DSL feasibility study for 5–10 pilot stores using VusionGroup or equivalent. Define success metrics for associate time savings, pricing accuracy, and omnichannel fulfillment speed.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4320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Build AI-Native Room Planning Commerce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108960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generative AI + 3D visualization to create room-planning agents recommending complete IKEA room solutions — converting design expertise into a scalable AI moat competitors cannot replicate.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28032" y="2651760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651760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274320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Prioritize AI Supply Chain Resilience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92624" y="3108960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AI-powered demand forecasting and inventory rebalancing for import-dependent lines. Deloitte: 95% of execs face rising trade-policy costs; only 30% use AI for supply chain visibility today.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4187952"/>
            <a:ext cx="45720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4187952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427939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Build AI Workforce Readiness First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96312" y="4645152"/>
            <a:ext cx="4315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structured AI literacy and co-pilot training for store associates, supply chain, and digital teams before deployments scale — mirroring Walmart's 1.6M employee OpenAI certification model.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Observations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83210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2296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896112"/>
            <a:ext cx="91440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905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8961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Pricing Legislative 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070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Walmart's DSL rollout triggered U.S. Senate legislation proposing bans in large-format stores. IKEA must monitor EU algorithmic pricing regulation and develop proactive consumer trust communications for any in-store digital pricing deployment.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810512"/>
            <a:ext cx="83210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810512"/>
            <a:ext cx="54864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883664"/>
            <a:ext cx="9144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892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188366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Commerce Channel Fragmentation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1945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between Walmart's open AI ecosystem (Gemini, OpenAI, UCP) and Amazon's closed approach (Rufus) fragments discovery. Retailers absent from AI-mediated channels risk disappearing at the moment of consumer intent.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798064"/>
            <a:ext cx="83210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798064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2871216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28712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R&amp;D ROI Discipline Imperative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1821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cancelled Blue Jay robotics in under 6 months. As IKEA scales AI investments, stage-gate reviews with explicit ROI metrics are essential to prevent sunk-cost escalation and maintain strategic focus.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85616"/>
            <a:ext cx="83210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785616"/>
            <a:ext cx="54864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858768"/>
            <a:ext cx="9144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867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858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Infrastructure as the Binding Constraint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16966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(April 14, 2026): 80% of enterprises say AI initiatives are limited by data access, not algorithms. Fragmented IKEA data across POS, CRM, e-commerce, and supply chain is the primary barrier to AI ROI.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462272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Corp (Mar 2026) · Business Insider Project Kobe (Apr 8, 2026) · CNBC (Mar 2026) · PYMNTS (Apr 2026) · Retail Gazette (Mar 25, 2026) · Yicai Global (Apr 15, 2026) · TMTPOST · Retail Technology Innovation Hub (Apr 14–16, 2026) · MarketsandMarkets (Apr 15, 2026) · Deloitte 2026 Retail Global Outlook · NVIDIA State of AI in Retail 2026 · Cloudera Data Readiness Index (Apr 14, 2026) · eMarketer · ClickZ / Shoptalk Spring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2026-04-19T04:45:02Z</dcterms:created>
  <dcterms:modified xsi:type="dcterms:W3CDTF">2026-04-19T04:45:02Z</dcterms:modified>
</cp:coreProperties>
</file>